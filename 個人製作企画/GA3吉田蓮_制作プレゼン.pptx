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77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22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61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69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22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1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7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04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314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5514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814B6-44F8-4F25-8516-4D2EDA9BB801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E165A-33D0-4DB6-B69B-B675DC06BC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8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16568" y="1214438"/>
            <a:ext cx="11758863" cy="2387600"/>
          </a:xfrm>
        </p:spPr>
        <p:txBody>
          <a:bodyPr/>
          <a:lstStyle/>
          <a:p>
            <a:r>
              <a:rPr lang="ja-JP" altLang="en-US" dirty="0" smtClean="0"/>
              <a:t>一人称謎解き</a:t>
            </a:r>
            <a:r>
              <a:rPr lang="ja-JP" altLang="en-US" dirty="0"/>
              <a:t>・パズルゲーム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吉田蓮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8480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製作概要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制作</a:t>
            </a:r>
            <a:r>
              <a:rPr lang="ja-JP" altLang="en-US" dirty="0" smtClean="0"/>
              <a:t>環境</a:t>
            </a:r>
            <a:r>
              <a:rPr lang="en-US" altLang="ja-JP" dirty="0" smtClean="0"/>
              <a:t>:Unity</a:t>
            </a:r>
          </a:p>
          <a:p>
            <a:r>
              <a:rPr lang="ja-JP" altLang="en-US" dirty="0" smtClean="0"/>
              <a:t>ジャンル</a:t>
            </a:r>
            <a:r>
              <a:rPr lang="en-US" altLang="ja-JP" dirty="0" smtClean="0"/>
              <a:t>:</a:t>
            </a:r>
            <a:r>
              <a:rPr lang="ja-JP" altLang="en-US" dirty="0" smtClean="0"/>
              <a:t>一人称パズルゲーム</a:t>
            </a:r>
            <a:endParaRPr lang="en-US" altLang="ja-JP" dirty="0" smtClean="0"/>
          </a:p>
          <a:p>
            <a:r>
              <a:rPr lang="ja-JP" altLang="en-US" dirty="0"/>
              <a:t>制作</a:t>
            </a:r>
            <a:r>
              <a:rPr lang="ja-JP" altLang="en-US" dirty="0" smtClean="0"/>
              <a:t>人数</a:t>
            </a:r>
            <a:r>
              <a:rPr lang="en-US" altLang="ja-JP" dirty="0" smtClean="0"/>
              <a:t>:</a:t>
            </a:r>
            <a:r>
              <a:rPr lang="ja-JP" altLang="en-US" dirty="0" smtClean="0"/>
              <a:t>１人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4893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ゲーム概要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 smtClean="0"/>
          </a:p>
          <a:p>
            <a:r>
              <a:rPr lang="ja-JP" altLang="en-US" dirty="0" smtClean="0"/>
              <a:t>パズル</a:t>
            </a:r>
            <a:r>
              <a:rPr lang="ja-JP" altLang="en-US" dirty="0"/>
              <a:t>を</a:t>
            </a:r>
            <a:r>
              <a:rPr lang="ja-JP" altLang="en-US" dirty="0" smtClean="0"/>
              <a:t>解き進む</a:t>
            </a:r>
            <a:endParaRPr lang="en-US" altLang="ja-JP" dirty="0" smtClean="0"/>
          </a:p>
          <a:p>
            <a:r>
              <a:rPr lang="ja-JP" altLang="en-US" dirty="0" smtClean="0"/>
              <a:t>アイテム</a:t>
            </a:r>
            <a:r>
              <a:rPr lang="ja-JP" altLang="en-US" dirty="0"/>
              <a:t>持ち込み可能</a:t>
            </a:r>
          </a:p>
          <a:p>
            <a:r>
              <a:rPr lang="ja-JP" altLang="en-US" dirty="0" smtClean="0"/>
              <a:t>複数</a:t>
            </a:r>
            <a:r>
              <a:rPr lang="ja-JP" altLang="en-US" dirty="0"/>
              <a:t>の攻略方法あり</a:t>
            </a:r>
          </a:p>
          <a:p>
            <a:endParaRPr lang="ja-JP" altLang="en-US" dirty="0" smtClean="0"/>
          </a:p>
          <a:p>
            <a:pPr marL="0" indent="0">
              <a:buNone/>
            </a:pPr>
            <a:endParaRPr kumimoji="1" lang="en-US" altLang="ja-JP" dirty="0" smtClean="0"/>
          </a:p>
          <a:p>
            <a:r>
              <a:rPr lang="ja-JP" altLang="en-US" dirty="0"/>
              <a:t>制限時間内にできるだけ多くの部屋を攻略する</a:t>
            </a:r>
          </a:p>
        </p:txBody>
      </p:sp>
    </p:spTree>
    <p:extLst>
      <p:ext uri="{BB962C8B-B14F-4D97-AF65-F5344CB8AC3E}">
        <p14:creationId xmlns:p14="http://schemas.microsoft.com/office/powerpoint/2010/main" val="38073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操作方法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移動</a:t>
            </a:r>
            <a:r>
              <a:rPr kumimoji="1" lang="en-US" altLang="ja-JP" dirty="0" smtClean="0"/>
              <a:t>:WASD</a:t>
            </a:r>
          </a:p>
          <a:p>
            <a:r>
              <a:rPr kumimoji="1" lang="ja-JP" altLang="en-US" dirty="0" smtClean="0"/>
              <a:t>視点移動</a:t>
            </a:r>
            <a:r>
              <a:rPr kumimoji="1" lang="en-US" altLang="ja-JP" dirty="0" smtClean="0"/>
              <a:t>:</a:t>
            </a:r>
            <a:r>
              <a:rPr kumimoji="1" lang="ja-JP" altLang="en-US" dirty="0" smtClean="0"/>
              <a:t>マウス</a:t>
            </a:r>
            <a:endParaRPr kumimoji="1" lang="en-US" altLang="ja-JP" dirty="0" smtClean="0"/>
          </a:p>
          <a:p>
            <a:r>
              <a:rPr lang="ja-JP" altLang="en-US" dirty="0" smtClean="0"/>
              <a:t>インタラクト</a:t>
            </a:r>
            <a:r>
              <a:rPr lang="en-US" altLang="ja-JP" dirty="0" smtClean="0"/>
              <a:t>:E</a:t>
            </a:r>
            <a:endParaRPr kumimoji="1" lang="en-US" altLang="ja-JP" dirty="0" smtClean="0"/>
          </a:p>
          <a:p>
            <a:r>
              <a:rPr kumimoji="1" lang="en-US" altLang="ja-JP" dirty="0" smtClean="0"/>
              <a:t>:</a:t>
            </a:r>
            <a:r>
              <a:rPr lang="ja-JP" altLang="en-US" dirty="0"/>
              <a:t>左</a:t>
            </a:r>
            <a:r>
              <a:rPr kumimoji="1" lang="ja-JP" altLang="en-US" dirty="0" smtClean="0"/>
              <a:t>クリック</a:t>
            </a:r>
            <a:r>
              <a:rPr kumimoji="1" lang="en-US" altLang="ja-JP" dirty="0" smtClean="0"/>
              <a:t>:</a:t>
            </a:r>
            <a:r>
              <a:rPr kumimoji="1" lang="ja-JP" altLang="en-US" dirty="0" smtClean="0"/>
              <a:t>アイテム使用など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139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面白い点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シンプル操作</a:t>
            </a:r>
          </a:p>
          <a:p>
            <a:r>
              <a:rPr lang="ja-JP" altLang="en-US" dirty="0"/>
              <a:t>発想力で攻略</a:t>
            </a:r>
          </a:p>
          <a:p>
            <a:r>
              <a:rPr lang="ja-JP" altLang="en-US" dirty="0"/>
              <a:t>短時間で楽しめる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2584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72</Words>
  <Application>Microsoft Office PowerPoint</Application>
  <PresentationFormat>ワイド画面</PresentationFormat>
  <Paragraphs>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一人称謎解き・パズルゲーム</vt:lpstr>
      <vt:lpstr>製作概要</vt:lpstr>
      <vt:lpstr>ゲーム概要</vt:lpstr>
      <vt:lpstr>操作方法</vt:lpstr>
      <vt:lpstr>面白い点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GA3</dc:creator>
  <cp:lastModifiedBy>GA3</cp:lastModifiedBy>
  <cp:revision>14</cp:revision>
  <dcterms:created xsi:type="dcterms:W3CDTF">2026-04-13T01:36:21Z</dcterms:created>
  <dcterms:modified xsi:type="dcterms:W3CDTF">2026-04-20T01:37:49Z</dcterms:modified>
</cp:coreProperties>
</file>